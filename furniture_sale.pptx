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>
                <a:solidFill>
                  <a:srgbClr val="1A1A1A"/>
                </a:solidFill>
                <a:latin typeface="Calibri"/>
              </a:rPr>
              <a:t>Furniture Sale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888888"/>
                </a:solidFill>
                <a:latin typeface="Calibri"/>
              </a:rPr>
              <a:t>All items priced to sell  •  DM to claim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937760"/>
            <a:ext cx="7315200" cy="190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2529840" cy="3657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731520"/>
            <a:ext cx="2529840" cy="3657600"/>
          </a:xfrm>
          <a:prstGeom prst="rect">
            <a:avLst/>
          </a:prstGeom>
          <a:solidFill>
            <a:srgbClr val="EBEBEB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331720"/>
            <a:ext cx="252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AAAA"/>
                </a:solidFill>
                <a:latin typeface="Calibri"/>
              </a:rPr>
              <a:t>[ Add photo ]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480560"/>
            <a:ext cx="252984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590288"/>
            <a:ext cx="2529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Bed frame &amp; mattress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120640"/>
            <a:ext cx="252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$500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7080" y="731520"/>
            <a:ext cx="2529840" cy="36576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307080" y="731520"/>
            <a:ext cx="2529840" cy="3657600"/>
          </a:xfrm>
          <a:prstGeom prst="rect">
            <a:avLst/>
          </a:prstGeom>
          <a:solidFill>
            <a:srgbClr val="EBEBEB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07080" y="2331720"/>
            <a:ext cx="252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AAAA"/>
                </a:solidFill>
                <a:latin typeface="Calibri"/>
              </a:rPr>
              <a:t>[ Add photo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07080" y="4480560"/>
            <a:ext cx="252984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07080" y="4590288"/>
            <a:ext cx="2529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Mirror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07080" y="5120640"/>
            <a:ext cx="252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Price on request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6960" y="731520"/>
            <a:ext cx="2529840" cy="36576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156960" y="731520"/>
            <a:ext cx="2529840" cy="3657600"/>
          </a:xfrm>
          <a:prstGeom prst="rect">
            <a:avLst/>
          </a:prstGeom>
          <a:solidFill>
            <a:srgbClr val="EBEBEB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6960" y="2331720"/>
            <a:ext cx="252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AAAA"/>
                </a:solidFill>
                <a:latin typeface="Calibri"/>
              </a:rPr>
              <a:t>[ Add photo 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56960" y="4480560"/>
            <a:ext cx="252984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56960" y="4590288"/>
            <a:ext cx="2529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Silver standing lamp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56960" y="5120640"/>
            <a:ext cx="252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Price on request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2529840" cy="3657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731520"/>
            <a:ext cx="2529840" cy="3657600"/>
          </a:xfrm>
          <a:prstGeom prst="rect">
            <a:avLst/>
          </a:prstGeom>
          <a:solidFill>
            <a:srgbClr val="EBEBEB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331720"/>
            <a:ext cx="252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AAAA"/>
                </a:solidFill>
                <a:latin typeface="Calibri"/>
              </a:rPr>
              <a:t>[ Add photo ]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480560"/>
            <a:ext cx="252984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590288"/>
            <a:ext cx="2529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Rattan hamper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120640"/>
            <a:ext cx="252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Price on request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7080" y="731520"/>
            <a:ext cx="2529840" cy="36576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307080" y="731520"/>
            <a:ext cx="2529840" cy="3657600"/>
          </a:xfrm>
          <a:prstGeom prst="rect">
            <a:avLst/>
          </a:prstGeom>
          <a:solidFill>
            <a:srgbClr val="EBEBEB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07080" y="2331720"/>
            <a:ext cx="252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AAAA"/>
                </a:solidFill>
                <a:latin typeface="Calibri"/>
              </a:rPr>
              <a:t>[ Add photo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07080" y="4480560"/>
            <a:ext cx="252984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07080" y="4590288"/>
            <a:ext cx="2529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Black storage box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07080" y="5120640"/>
            <a:ext cx="252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Price on request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6960" y="731520"/>
            <a:ext cx="2529840" cy="36576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156960" y="731520"/>
            <a:ext cx="2529840" cy="3657600"/>
          </a:xfrm>
          <a:prstGeom prst="rect">
            <a:avLst/>
          </a:prstGeom>
          <a:solidFill>
            <a:srgbClr val="EBEBEB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6960" y="2331720"/>
            <a:ext cx="252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AAAA"/>
                </a:solidFill>
                <a:latin typeface="Calibri"/>
              </a:rPr>
              <a:t>[ Add photo 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56960" y="4480560"/>
            <a:ext cx="252984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56960" y="4590288"/>
            <a:ext cx="2529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Clothes organizer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56960" y="5120640"/>
            <a:ext cx="252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Price on request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2529840" cy="3657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731520"/>
            <a:ext cx="2529840" cy="3657600"/>
          </a:xfrm>
          <a:prstGeom prst="rect">
            <a:avLst/>
          </a:prstGeom>
          <a:solidFill>
            <a:srgbClr val="EBEBEB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331720"/>
            <a:ext cx="252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AAAA"/>
                </a:solidFill>
                <a:latin typeface="Calibri"/>
              </a:rPr>
              <a:t>[ Add photo ]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480560"/>
            <a:ext cx="252984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590288"/>
            <a:ext cx="2529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White &amp; gold side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120640"/>
            <a:ext cx="252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$32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7080" y="731520"/>
            <a:ext cx="2529840" cy="36576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307080" y="731520"/>
            <a:ext cx="2529840" cy="3657600"/>
          </a:xfrm>
          <a:prstGeom prst="rect">
            <a:avLst/>
          </a:prstGeom>
          <a:solidFill>
            <a:srgbClr val="EBEBEB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07080" y="2331720"/>
            <a:ext cx="252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AAAA"/>
                </a:solidFill>
                <a:latin typeface="Calibri"/>
              </a:rPr>
              <a:t>[ Add photo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07080" y="4480560"/>
            <a:ext cx="252984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07080" y="4590288"/>
            <a:ext cx="2529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White desk lamp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07080" y="5120640"/>
            <a:ext cx="252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$21.35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6960" y="731520"/>
            <a:ext cx="2529840" cy="36576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156960" y="731520"/>
            <a:ext cx="2529840" cy="3657600"/>
          </a:xfrm>
          <a:prstGeom prst="rect">
            <a:avLst/>
          </a:prstGeom>
          <a:solidFill>
            <a:srgbClr val="EBEBEB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6960" y="2331720"/>
            <a:ext cx="252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AAAA"/>
                </a:solidFill>
                <a:latin typeface="Calibri"/>
              </a:rPr>
              <a:t>[ Add photo 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56960" y="4480560"/>
            <a:ext cx="252984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56960" y="4590288"/>
            <a:ext cx="2529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Honeywell fan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56960" y="5120640"/>
            <a:ext cx="252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$14.99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2529840" cy="3657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731520"/>
            <a:ext cx="2529840" cy="3657600"/>
          </a:xfrm>
          <a:prstGeom prst="rect">
            <a:avLst/>
          </a:prstGeom>
          <a:solidFill>
            <a:srgbClr val="EBEBEB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331720"/>
            <a:ext cx="252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AAAA"/>
                </a:solidFill>
                <a:latin typeface="Calibri"/>
              </a:rPr>
              <a:t>[ Add photo ]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480560"/>
            <a:ext cx="252984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590288"/>
            <a:ext cx="2529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TV stand / console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120640"/>
            <a:ext cx="252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$100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7080" y="731520"/>
            <a:ext cx="2529840" cy="36576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307080" y="731520"/>
            <a:ext cx="2529840" cy="3657600"/>
          </a:xfrm>
          <a:prstGeom prst="rect">
            <a:avLst/>
          </a:prstGeom>
          <a:solidFill>
            <a:srgbClr val="EBEBEB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07080" y="2331720"/>
            <a:ext cx="252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AAAA"/>
                </a:solidFill>
                <a:latin typeface="Calibri"/>
              </a:rPr>
              <a:t>[ Add photo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07080" y="4480560"/>
            <a:ext cx="252984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07080" y="4590288"/>
            <a:ext cx="2529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Insignia TV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07080" y="5120640"/>
            <a:ext cx="252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$79.99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6960" y="731520"/>
            <a:ext cx="2529840" cy="36576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156960" y="731520"/>
            <a:ext cx="2529840" cy="3657600"/>
          </a:xfrm>
          <a:prstGeom prst="rect">
            <a:avLst/>
          </a:prstGeom>
          <a:solidFill>
            <a:srgbClr val="EBEBEB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6960" y="2331720"/>
            <a:ext cx="252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AAAA"/>
                </a:solidFill>
                <a:latin typeface="Calibri"/>
              </a:rPr>
              <a:t>[ Add photo 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56960" y="4480560"/>
            <a:ext cx="252984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56960" y="4590288"/>
            <a:ext cx="2529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Sun lamp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56960" y="5120640"/>
            <a:ext cx="252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$79.99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2529840" cy="3657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731520"/>
            <a:ext cx="2529840" cy="3657600"/>
          </a:xfrm>
          <a:prstGeom prst="rect">
            <a:avLst/>
          </a:prstGeom>
          <a:solidFill>
            <a:srgbClr val="EBEBEB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331720"/>
            <a:ext cx="252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AAAA"/>
                </a:solidFill>
                <a:latin typeface="Calibri"/>
              </a:rPr>
              <a:t>[ Add photo ]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480560"/>
            <a:ext cx="252984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590288"/>
            <a:ext cx="2529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Fluffy pillows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120640"/>
            <a:ext cx="252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$40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7080" y="731520"/>
            <a:ext cx="2529840" cy="36576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307080" y="731520"/>
            <a:ext cx="2529840" cy="3657600"/>
          </a:xfrm>
          <a:prstGeom prst="rect">
            <a:avLst/>
          </a:prstGeom>
          <a:solidFill>
            <a:srgbClr val="EBEBEB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07080" y="2331720"/>
            <a:ext cx="252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AAAA"/>
                </a:solidFill>
                <a:latin typeface="Calibri"/>
              </a:rPr>
              <a:t>[ Add photo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07080" y="4480560"/>
            <a:ext cx="252984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07080" y="4590288"/>
            <a:ext cx="2529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Desk and chair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07080" y="5120640"/>
            <a:ext cx="252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$115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6960" y="731520"/>
            <a:ext cx="2529840" cy="36576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156960" y="731520"/>
            <a:ext cx="2529840" cy="3657600"/>
          </a:xfrm>
          <a:prstGeom prst="rect">
            <a:avLst/>
          </a:prstGeom>
          <a:solidFill>
            <a:srgbClr val="EBEBEB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6960" y="2331720"/>
            <a:ext cx="252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AAAA"/>
                </a:solidFill>
                <a:latin typeface="Calibri"/>
              </a:rPr>
              <a:t>[ Add photo 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56960" y="4480560"/>
            <a:ext cx="252984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56960" y="4590288"/>
            <a:ext cx="2529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Weighing scale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56960" y="5120640"/>
            <a:ext cx="252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$13.99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2529840" cy="3657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731520"/>
            <a:ext cx="2529840" cy="3657600"/>
          </a:xfrm>
          <a:prstGeom prst="rect">
            <a:avLst/>
          </a:prstGeom>
          <a:solidFill>
            <a:srgbClr val="EBEBEB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331720"/>
            <a:ext cx="252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AAAA"/>
                </a:solidFill>
                <a:latin typeface="Calibri"/>
              </a:rPr>
              <a:t>[ Add photo ]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480560"/>
            <a:ext cx="252984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590288"/>
            <a:ext cx="2529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Drawer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120640"/>
            <a:ext cx="252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$20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7080" y="731520"/>
            <a:ext cx="2529840" cy="36576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307080" y="731520"/>
            <a:ext cx="2529840" cy="3657600"/>
          </a:xfrm>
          <a:prstGeom prst="rect">
            <a:avLst/>
          </a:prstGeom>
          <a:solidFill>
            <a:srgbClr val="EBEBEB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07080" y="2331720"/>
            <a:ext cx="252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AAAA"/>
                </a:solidFill>
                <a:latin typeface="Calibri"/>
              </a:rPr>
              <a:t>[ Add photo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07080" y="4480560"/>
            <a:ext cx="252984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07080" y="4590288"/>
            <a:ext cx="2529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2 bulletin boards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07080" y="5120640"/>
            <a:ext cx="252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$29.99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6960" y="731520"/>
            <a:ext cx="2529840" cy="36576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156960" y="731520"/>
            <a:ext cx="2529840" cy="3657600"/>
          </a:xfrm>
          <a:prstGeom prst="rect">
            <a:avLst/>
          </a:prstGeom>
          <a:solidFill>
            <a:srgbClr val="EBEBEB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6960" y="2331720"/>
            <a:ext cx="252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AAAA"/>
                </a:solidFill>
                <a:latin typeface="Calibri"/>
              </a:rPr>
              <a:t>[ Add photo 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56960" y="4480560"/>
            <a:ext cx="252984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56960" y="4590288"/>
            <a:ext cx="2529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Toothbrush organizer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56960" y="5120640"/>
            <a:ext cx="252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$13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2529840" cy="3657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731520"/>
            <a:ext cx="2529840" cy="3657600"/>
          </a:xfrm>
          <a:prstGeom prst="rect">
            <a:avLst/>
          </a:prstGeom>
          <a:solidFill>
            <a:srgbClr val="EBEBEB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331720"/>
            <a:ext cx="252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AAAA"/>
                </a:solidFill>
                <a:latin typeface="Calibri"/>
              </a:rPr>
              <a:t>[ Add photo ]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480560"/>
            <a:ext cx="252984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590288"/>
            <a:ext cx="2529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Bathroom mats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120640"/>
            <a:ext cx="252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$20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7080" y="731520"/>
            <a:ext cx="2529840" cy="36576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307080" y="731520"/>
            <a:ext cx="2529840" cy="3657600"/>
          </a:xfrm>
          <a:prstGeom prst="rect">
            <a:avLst/>
          </a:prstGeom>
          <a:solidFill>
            <a:srgbClr val="EBEBEB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07080" y="2331720"/>
            <a:ext cx="252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AAAA"/>
                </a:solidFill>
                <a:latin typeface="Calibri"/>
              </a:rPr>
              <a:t>[ Add photo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07080" y="4480560"/>
            <a:ext cx="252984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07080" y="4590288"/>
            <a:ext cx="2529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Trashcan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07080" y="5120640"/>
            <a:ext cx="252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$12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6960" y="731520"/>
            <a:ext cx="2529840" cy="36576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156960" y="731520"/>
            <a:ext cx="2529840" cy="3657600"/>
          </a:xfrm>
          <a:prstGeom prst="rect">
            <a:avLst/>
          </a:prstGeom>
          <a:solidFill>
            <a:srgbClr val="EBEBEB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6960" y="2331720"/>
            <a:ext cx="252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AAAA"/>
                </a:solidFill>
                <a:latin typeface="Calibri"/>
              </a:rPr>
              <a:t>[ Add photo 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56960" y="4480560"/>
            <a:ext cx="252984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56960" y="4590288"/>
            <a:ext cx="2529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Under bed shoe organizers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56960" y="5120640"/>
            <a:ext cx="252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$49.99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3954780" cy="3657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731520"/>
            <a:ext cx="3954780" cy="3657600"/>
          </a:xfrm>
          <a:prstGeom prst="rect">
            <a:avLst/>
          </a:prstGeom>
          <a:solidFill>
            <a:srgbClr val="EBEBEB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331720"/>
            <a:ext cx="39547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AAAA"/>
                </a:solidFill>
                <a:latin typeface="Calibri"/>
              </a:rPr>
              <a:t>[ Add photo ]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480560"/>
            <a:ext cx="395478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590288"/>
            <a:ext cx="39547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Shampoo/conditioner holder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120640"/>
            <a:ext cx="39547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$10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020" y="731520"/>
            <a:ext cx="3954780" cy="36576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732020" y="731520"/>
            <a:ext cx="3954780" cy="3657600"/>
          </a:xfrm>
          <a:prstGeom prst="rect">
            <a:avLst/>
          </a:prstGeom>
          <a:solidFill>
            <a:srgbClr val="EBEBEB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32020" y="2331720"/>
            <a:ext cx="39547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AAAA"/>
                </a:solidFill>
                <a:latin typeface="Calibri"/>
              </a:rPr>
              <a:t>[ Add photo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32020" y="4480560"/>
            <a:ext cx="395478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32020" y="4590288"/>
            <a:ext cx="39547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Floor pillow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2020" y="5120640"/>
            <a:ext cx="39547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44444"/>
                </a:solidFill>
                <a:latin typeface="Calibri"/>
              </a:rPr>
              <a:t>$59.99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Photos still needed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444444"/>
                </a:solidFill>
                <a:latin typeface="Calibri"/>
              </a:rPr>
              <a:t>• Bed frame &amp; mattress  →  (no link – add your own photo)
• Mirror  →  (no link – add your own photo)
• Silver standing lamp  →  (no link – add your own photo)
• Rattan hamper  →  (no link – add your own photo)
• Black storage box  →  (no link – add your own photo)
• Clothes organizer  →  (no link – add your own photo)
• White &amp; gold side table  →  (no link – add your own photo)
• White desk lamp  →  https://www.amazon.com/lianheng-Outlet-Office-College-Flexible/dp/B0CQ81WRKD/
• Honeywell fan  →  https://www.target.com/p/honeywell-turbo-force-table-air-circulator-fan-white/-/A-11153866
• TV stand / console  →  (no link – add your own photo)
• Insignia TV  →  (no link – add your own photo)
• Sun lamp  →  https://www.amazon.com/dp/B075XRZTV1
• Fluffy pillows  →  https://www.target.com/p/euro-faux-mongolian-fur-decorative-throw-pillow-cream-threshold-8482/-/A-85376335
• Desk and chair  →  (no link – add your own photo)
• Weighing scale  →  https://www.amazon.com/dp/B08XXNDVFB
• Drawer  →  https://www.target.com/p/3-drawer-wide-cart-white-brightroom-8482/-/A-84242464
• 2 bulletin boards  →  (no link – add your own photo)
• Toothbrush organizer  →  https://www.target.com/p/accent-vanity-organizer-silver-threshold-8482/-/A-78367670
• Bathroom mats  →  https://www.target.com/p/2pk-quick-dry-bath-rug-set-threshold/-/A-81909483
• Trashcan  →  https://www.target.com/p/2-7gal-step-trash-can-clear-brightroom-8482/-/A-87299507
• Under bed shoe organizers  →  https://www.amazon.com/gp/aw/d/B0B6G1X86L/
• Shampoo/conditioner holder  →  https://www.amazon.com/SUNFICON-Adhesive-Organizer-Essentials-Traceless/dp/B07HP1G8V6/
• Floor pillow  →  https://www.amazon.com/dp/B0B195QT96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